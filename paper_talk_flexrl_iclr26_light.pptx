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81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1444752"/>
            <a:ext cx="10012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FlexRL: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Scaling VLM RL Training via Efficient Load Balancing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971800" y="2487168"/>
            <a:ext cx="6245352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74320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Zerui Wang, Qinghao Hu, Chang Chen, Jiecheng Zhou,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Haojie Duanmu, Xingcheng Zhang, Peng Sun, Dahua Lin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1005840" y="318211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Jiao Tong University · Shanghai AI Lab · MIT · USTC · Peking University · CUHK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4133088"/>
            <a:ext cx="7909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for data loading.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for execution balancing.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25272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Problem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12648" y="1545336"/>
            <a:ext cx="357530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bottlenecks dominate VLM RL: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loading is centralized on one controller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heterogeneous batches create compute / memory imbalance across GPUs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fixing only one side is not enough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06824" y="125272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System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06824" y="1545336"/>
            <a:ext cx="357530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has two pieces: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ShadowLoader: metadata-only scheduling on the controller; workers do preprocessing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FlexUlysses: adaptive sharding, hierarchical device groups, and overlapped execution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01000" y="125272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Impact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01000" y="1545336"/>
            <a:ext cx="357530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7B / 32B models and two 128-GPU clusters: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 to 8.47× end-to-end speedup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117.42× data-loading speedup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balance ratio reaches 1.0 in the Ulysses comparison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VLM RL Training is Hard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43584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Bottleneck A — Data preparation on the controller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526694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Image/video decoding, frame sampling, and preprocessing are CPU- and I/O-heavy.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14016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veRL multimodal baseline, data loading takes 57.1% of the iteration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992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batch size grows, the controller becomes the single straggler and can hit host-memory OOM.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 baseline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960120" y="44439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57.1%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50109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step time spent on data loading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3337560" y="41148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3337560" y="44439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OOM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337560" y="50109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Controller-side CPU memory becomes the bottleneck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6281928" y="1243584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Bottleneck B — Cross-GPU execution imbalance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81928" y="1536192"/>
            <a:ext cx="526694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0528" y="1828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compute grows quadratically with sequence length, while activation memory grows linearly.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254203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length is a poor proxy for visual cost: image counts and video frame counts change both compute and memory.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331012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Length-only bucketing can still leave one DP rank as the straggler—or even OOM on long contexts.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41148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source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629400" y="44439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Mixed modalities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29400" y="50109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image-text + long video-text in the same RL batch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9006840" y="41148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prior work falls short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9006840" y="44439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Bucketing ≠ balancing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006840" y="50109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parallelism or coarse buckets cannot eliminate stragglers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FlexRL Overview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17190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decentralizes multimodal preprocessing and keeps only lightweight metadata on the controller.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shards only the sequences that need it, balancing both compute and memory at sub-sequence granularity.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47872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components are co-designed so sharding decisions can guide slice-aware data loading and reduce transfer volume.</a:t>
            </a:r>
            <a:endParaRPr lang="en-US" sz="1400" dirty="0"/>
          </a:p>
        </p:txBody>
      </p:sp>
      <p:pic>
        <p:nvPicPr>
          <p:cNvPr id="8" name="Image 0" descr="/Users/wangzerui/Documents/papers_agent/.cache/flexrl_talk_build/assets/real_overview_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67766"/>
            <a:ext cx="7223760" cy="51820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ShadowLoader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261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50392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Dataloader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0392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keeps FakeTensor metadata only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2779776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4680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154680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Worker-side decode, frame sampling, and caching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5084064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58968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58968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sample ID → physical location mapping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7388352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63256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63256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fetch actual visual tensors on demand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749808" y="3767328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mechanisms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9808" y="4059936"/>
            <a:ext cx="5038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only metadata on the controller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overlap preprocessing / transfer with GPU work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fetch only the slices needed after sharding is decided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44768" y="395020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144768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84.09×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732520" y="395020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+ FlexUlysses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8732520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117.42×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FlexUlysses Motivation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4" name="Image 0" descr="/Users/wangzerui/Documents/papers_agent/.cache/flexrl_talk_build/assets/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90" y="1143000"/>
            <a:ext cx="10539571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088" y="576072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 1</a:t>
            </a:r>
            <a:endParaRPr lang="en-US" sz="1480" dirty="0"/>
          </a:p>
        </p:txBody>
      </p:sp>
      <p:sp>
        <p:nvSpPr>
          <p:cNvPr id="6" name="Text 3"/>
          <p:cNvSpPr/>
          <p:nvPr/>
        </p:nvSpPr>
        <p:spPr>
          <a:xfrm>
            <a:off x="704088" y="605332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memory does not force SP, one long sample can dominate the entire RL step.</a:t>
            </a:r>
            <a:endParaRPr lang="en-US" sz="1060" dirty="0"/>
          </a:p>
        </p:txBody>
      </p:sp>
      <p:sp>
        <p:nvSpPr>
          <p:cNvPr id="7" name="Text 4"/>
          <p:cNvSpPr/>
          <p:nvPr/>
        </p:nvSpPr>
        <p:spPr>
          <a:xfrm>
            <a:off x="4334256" y="576072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 2</a:t>
            </a:r>
            <a:endParaRPr lang="en-US" sz="1480" dirty="0"/>
          </a:p>
        </p:txBody>
      </p:sp>
      <p:sp>
        <p:nvSpPr>
          <p:cNvPr id="8" name="Text 5"/>
          <p:cNvSpPr/>
          <p:nvPr/>
        </p:nvSpPr>
        <p:spPr>
          <a:xfrm>
            <a:off x="4334256" y="605332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longer contexts, fixed buckets may still OOM or leave severe attention imbalance.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7964424" y="576072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7964424" y="605332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Ulysses chunks as scheduling units, and shard sequences only as much as needed.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FlexUlysses Design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31673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Adaptive sharding degree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76656" y="1609344"/>
            <a:ext cx="357530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sequence i, choose p_i ∈ {1, 2, 4, …, p_max} based on its length and the current batch composition.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sequences stay unsharded or lightly sharded, which preserves compute efficiency and avoids paying communication on every sample.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425696" y="131673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Hierarchical device groups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25696" y="1609344"/>
            <a:ext cx="357530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groups are nested (for example, on 8 GPUs: [0-7], [0-3]/[4-7], [0,1]/[2,3]/…).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laminar structure makes placement simpler: any two groups are either disjoint or one contains the other, which is the basis for deadlock-free scheduling.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74736" y="131673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Highest-Sharding-First + overlap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74736" y="1609344"/>
            <a:ext cx="334670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ranks execute larger collectives before smaller ones, ensuring a consistent order across nested groups.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this schedule, FlexRL packs short sequences into sequence groups and overlaps all2all communication with attention computation to reduce GPU bubbles.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07792" y="58521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tower balancing is handled separately by evenly distributing images and video frames across GPUs.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Setup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3167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76656" y="1609344"/>
            <a:ext cx="352958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128-GPU clusters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H800 and H200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NVLink / NVSwitch intra-node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RoCEv2 RDMA inter-node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52544" y="13167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&amp; training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52544" y="1609344"/>
            <a:ext cx="352958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MiMo-VL-7B-RL and Qwen2.5-VL-32B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GRPO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response length = 1024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p_max = 8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28432" y="13167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 &amp; baselines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28432" y="1609344"/>
            <a:ext cx="352958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Geo3K, NExTQA, LongVILA-Reason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image-heavy / video-heavy / only-video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baselines: veRL+Bucketing and fixed-degree Ulysses-SP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Results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5727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Image-heavy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804672" y="19019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7.35×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246888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: 2 : 1 mix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4443984" y="15727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Video-heavy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4443984" y="19019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5.35×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43984" y="246888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2 : 5 mix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8083296" y="15727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Only-video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8083296" y="19019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8.47×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083296" y="246888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 only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804672" y="48920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gains appear when multimodal skew is strongest.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with Fixed-Degree Ulysses-SP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4" name="Image 0" descr="/Users/wangzerui/Documents/papers_agent/.cache/flexrl_talk_build/assets/comm_overhead_h200_detailed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74973"/>
            <a:ext cx="10972800" cy="38245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557784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 1</a:t>
            </a:r>
            <a:endParaRPr lang="en-US" sz="1480" dirty="0"/>
          </a:p>
        </p:txBody>
      </p:sp>
      <p:sp>
        <p:nvSpPr>
          <p:cNvPr id="6" name="Text 3"/>
          <p:cNvSpPr/>
          <p:nvPr/>
        </p:nvSpPr>
        <p:spPr>
          <a:xfrm>
            <a:off x="804672" y="5870448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fixed SP improves balance, but communication quickly dominates.</a:t>
            </a:r>
            <a:endParaRPr lang="en-US" sz="1060" dirty="0"/>
          </a:p>
        </p:txBody>
      </p:sp>
      <p:sp>
        <p:nvSpPr>
          <p:cNvPr id="7" name="Text 4"/>
          <p:cNvSpPr/>
          <p:nvPr/>
        </p:nvSpPr>
        <p:spPr>
          <a:xfrm>
            <a:off x="4425696" y="557784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 2</a:t>
            </a:r>
            <a:endParaRPr lang="en-US" sz="1480" dirty="0"/>
          </a:p>
        </p:txBody>
      </p:sp>
      <p:sp>
        <p:nvSpPr>
          <p:cNvPr id="8" name="Text 5"/>
          <p:cNvSpPr/>
          <p:nvPr/>
        </p:nvSpPr>
        <p:spPr>
          <a:xfrm>
            <a:off x="4425696" y="5870448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reaches balance ratio 1.0 without fixed communication on all sequences.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8046720" y="557784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 3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8046720" y="5870448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is 1.50× higher than the veRL baseline in this comparison.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Study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134416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ShadowLoader alone</a:t>
            </a:r>
            <a:endParaRPr lang="en-US" sz="1520" dirty="0"/>
          </a:p>
        </p:txBody>
      </p:sp>
      <p:sp>
        <p:nvSpPr>
          <p:cNvPr id="5" name="Text 3"/>
          <p:cNvSpPr/>
          <p:nvPr/>
        </p:nvSpPr>
        <p:spPr>
          <a:xfrm>
            <a:off x="694944" y="1636776"/>
            <a:ext cx="3849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 data loading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4.68× end-to-end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 lower step time</a:t>
            </a:r>
            <a:endParaRPr lang="en-US" sz="1360" dirty="0"/>
          </a:p>
        </p:txBody>
      </p:sp>
      <p:sp>
        <p:nvSpPr>
          <p:cNvPr id="6" name="Text 4"/>
          <p:cNvSpPr/>
          <p:nvPr/>
        </p:nvSpPr>
        <p:spPr>
          <a:xfrm>
            <a:off x="694944" y="267004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FlexUlysses alone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694944" y="2962656"/>
            <a:ext cx="3849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2.01× rollout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1.28× training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1.17× end-to-end when data loading still dominates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94944" y="399592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together = FlexRL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694944" y="4288536"/>
            <a:ext cx="3849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 data loading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7.67× end-to-end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7.68× lower overall step time</a:t>
            </a:r>
            <a:endParaRPr lang="en-US" sz="1360" dirty="0"/>
          </a:p>
        </p:txBody>
      </p:sp>
      <p:pic>
        <p:nvPicPr>
          <p:cNvPr id="10" name="Image 0" descr="/Users/wangzerui/Documents/papers_agent/.cache/flexrl_talk_build/assets/flexrl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04" y="1371600"/>
            <a:ext cx="6331688" cy="4389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89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49808" y="969264"/>
            <a:ext cx="10652760" cy="146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89888"/>
            <a:ext cx="10936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Diagnose the whole pipeline</a:t>
            </a:r>
            <a:endParaRPr lang="en-US" sz="1520" dirty="0"/>
          </a:p>
        </p:txBody>
      </p:sp>
      <p:sp>
        <p:nvSpPr>
          <p:cNvPr id="5" name="Text 3"/>
          <p:cNvSpPr/>
          <p:nvPr/>
        </p:nvSpPr>
        <p:spPr>
          <a:xfrm>
            <a:off x="731520" y="1682496"/>
            <a:ext cx="10936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RL is bottlenecked by both multimodal data handling and execution imbalance.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731520" y="2670048"/>
            <a:ext cx="10936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Co-design loading and execution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731520" y="2962656"/>
            <a:ext cx="10936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and FlexUlysses are coupled through metadata, slice-aware loading, and hierarchical placement.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731520" y="3950208"/>
            <a:ext cx="10936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Real gains on real clusters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731520" y="4242816"/>
            <a:ext cx="10936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7B/32B VLMs and two 128-GPU clusters, throughput improves by up to 8.47×.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1097280" y="562356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FlexRL makes large-scale VLM RL training practical by balancing both data and compute.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Macintosh PowerPoint</Application>
  <PresentationFormat>宽屏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wangzerui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FlexRL: Scaling VLM RL Training via Efficient Load Balancing</dc:title>
  <dc:subject>FlexRL ICLR 2026 paper talk - light version</dc:subject>
  <dc:creator>OpenAI Codex</dc:creator>
  <cp:lastModifiedBy>王泽睿（实习）</cp:lastModifiedBy>
  <cp:revision>1</cp:revision>
  <dcterms:created xsi:type="dcterms:W3CDTF">2026-04-07T11:54:07Z</dcterms:created>
  <dcterms:modified xsi:type="dcterms:W3CDTF">2026-04-07T12:19:03Z</dcterms:modified>
</cp:coreProperties>
</file>