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875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FlexRL: Scaling VLM RL Training via Efficient Load Balancing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1993392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2026 camera-ready · Zerui Wang, Qinghao Hu, Chang Chen, Jiecheng Zhou, Haojie Duanmu, Xingcheng Zhang, Peng Sun, Dahua Lin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76656" y="2331720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Jiao Tong University · Shanghai AI Lab · MIT · USTC · Peking University · CUHK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94944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system for VLM RL: ShadowLoader removes multimodal data bottlenecks, and FlexUlysses balances heterogeneous compute and memory across GPUs.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4114800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187952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31136" y="4114800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1136" y="4187952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4114800"/>
            <a:ext cx="1609344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4187952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128-GPU clusters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41080" y="1078992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5672" y="12070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end-to-end speedup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1536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8.47×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778240" y="2139696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with veRL bucketing or fixed-degree Ulysses-SP, depending on feasibility.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41080" y="3419856"/>
            <a:ext cx="2743200" cy="1664208"/>
          </a:xfrm>
          <a:prstGeom prst="roundRect">
            <a:avLst>
              <a:gd name="adj" fmla="val 439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05672" y="35478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 components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32520" y="38770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778240" y="44805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for data loading; FlexUlysses for execution load balancing.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32520" y="5605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outline: problem → system design → evaluation → takeaways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paper diagnoses, builds, and demonstrates end-to-end.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RL training breaks down for two separate reasons: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Multimodal data loading is centralized on a single controller, causing CPU I/O stragglers and host-memory pressure.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Batches mix short image-text prompts with long video contexts, creating severe per-GPU compute and memory imbalance.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only one side still leaves the other as the dominant bottleneck.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1416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combines two tightly coupled components: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ShadowLoader: metadata-only scheduling on the controller, with worker-side preprocessing, caching, and asynchronous materialization.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FlexUlysses: adaptive sub-sequence sharding, hierarchical device groups, and deadlock-free overlapped execution.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pieces are co-designed so sharding decisions can inform data loading early.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82712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65592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MiMo-VL-7B-RL and Qwen2.5-VL-32B on two 128-GPU clusters, FlexRL delivers: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 to 8.47× end-to-end throughput improvement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117.42× data-loading throughput improvement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balance ratio driven down to 1.0 in the Ulysses comparison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gains grow as workloads become more multimodal and sequence skew becomes more extreme.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VLM RL Training is Hard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identifies one data bottleneck and one execution bottleneck.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225296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71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A — Data preparation on the controller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664208"/>
            <a:ext cx="493776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Image/video decoding, frame sampling, and preprocessing are CPU- and I/O-heavy.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414016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veRL multimodal baseline, data loading takes 57.1% of the iteration time.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9992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batch size grows, the controller becomes the single straggler and can hit host-memory OOM.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4160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28853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in baseline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617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5221224"/>
            <a:ext cx="187452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step time spent on data loading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4160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428853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4617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0" y="5221224"/>
            <a:ext cx="187452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Controller-side CPU memory becomes the bottleneck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225296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371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B — Cross-GPU execution imbalance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1664208"/>
            <a:ext cx="493776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0528" y="18288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compute grows quadratically with sequence length, while activation memory grows linearly.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10528" y="254203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length is a poor proxy for visual cost: image counts and video frame counts change both compute and memory.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10528" y="331012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Length-only bucketing can still leave one DP rank as the straggler—or even OOM on long contexts.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29400" y="4160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3992" y="428853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 source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4617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modalities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66560" y="5221224"/>
            <a:ext cx="187452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image-text + long video-text in the same RL batch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06840" y="4160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71432" y="428853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prior work falls short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4617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Bucketing ≠ balancing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0" y="5221224"/>
            <a:ext cx="187452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parallelism or coarse buckets cannot eliminate stragglers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addresses data loading and execution imbalance together, not in isolation.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decentralizes multimodal preprocessing and keeps only lightweight metadata on the controller.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shards only the sequences that need it, balancing both compute and memory at sub-sequence granularity.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3337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components are co-designed so sharding decisions can guide slice-aware data loading and reduce transfer volume.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498348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5111496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5440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the whole RL loop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" y="6044184"/>
            <a:ext cx="2697480" cy="-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CPU bubbles and GPU stragglers at the same time.</a:t>
            </a:r>
            <a:endParaRPr lang="en-US" sz="1050" dirty="0"/>
          </a:p>
        </p:txBody>
      </p:sp>
      <p:pic>
        <p:nvPicPr>
          <p:cNvPr id="15" name="Image 0" descr="/Users/wangzerui/Documents/papers_agent/.cache/flexrl_talk_build/assets/real_overview_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67766"/>
            <a:ext cx="7223760" cy="518200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709160" y="614476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traditional pipeline vs. FlexRL (ShadowLoader + FlexUlysses).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Metadata-driven loading that removes the single-controller bottleneck.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6656" y="1261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Dataloader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keeps FakeTensor metadata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79776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17520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54680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Worker-side decode, frame sampling, and caching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84064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21808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58968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58968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sample ID → physical location mapping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88352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6096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3256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Materializer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63256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fetch actual visual tensors on demand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0332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84962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mechanisms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4142232"/>
            <a:ext cx="4709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FakeTensor placeholders preserve compatibility with the RL pipeline while storing only metadata on the controller.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Prefetching and asynchronous materialization overlap I/O, CPU preprocessing, and network transfer with GPU computation.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FlexUlysses-aware loading fetches only the needed slices (e.g., frame ranges) once sharding is decided.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44768" y="3822192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5020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alone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84.09×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81928" y="48828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data-loading throughput improvement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32520" y="3822192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97112" y="395020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FlexUlysses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23960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117.42×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869680" y="48828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data-loading throughput improvement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Motivation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Bucketing cannot fully solve multimodal skew in either the short- or long-sequence regime.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pic>
        <p:nvPicPr>
          <p:cNvPr id="7" name="Image 0" descr="/Users/wangzerui/Documents/papers_agent/.cache/flexrl_talk_build/assets/im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690" y="1143000"/>
            <a:ext cx="10539571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5504688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left shows token-length distributions; middle/right compare bucketing with FlexUlysses on shorter and longer sequences.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85800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when memory does not force SP, one long sample can dominate the entire RL step.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15968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98848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longer contexts, fixed buckets may still OOM or leave severe attention imbalance.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946136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9016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29016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Ulysses chunks as scheduling units, and shard sequences only as much as needed.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sharding is only useful if planning and execution remain low-overhead and deadlock-free.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44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Adaptive sharding degree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32461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sequence i, choose p_i ∈ {1, 2, 4, …, p_max} based on its length and the current batch composition.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sequences stay unsharded or lightly sharded, which preserves compute efficiency and avoids paying communication on every sample.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1298448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44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Hierarchical device groups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1737360"/>
            <a:ext cx="32461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groups are nested (for example, on 8 GPUs: [0-7], [0-3]/[4-7], [0,1]/[2,3]/…).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laminar structure makes placement simpler: any two groups are either disjoint or one contains the other, which is the basis for deadlock-free scheduling.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6448" y="1298448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444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Highest-Sharding-First + overlap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1737360"/>
            <a:ext cx="30175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ranks execute larger collectives before smaller ones, ensuring a consistent order across nested groups.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this schedule, FlexRL packs short sequences into sequence groups and overlaps all2all communication with attention computation to reduce GPU bubbles.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80360" y="5897880"/>
            <a:ext cx="64465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952" y="6025896"/>
            <a:ext cx="6117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implementation detail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71800" y="6355080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tower balancing is handled separately by evenly distributing images and video frames across GPUs.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6958584"/>
            <a:ext cx="6172200" cy="-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experiments cover two hardware platforms, two model scales, and three workload mixes.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 128-GPU clusters (16 nodes × 8 GPUs)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NVIDIA H800 and NVIDIA H200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NVLink/NVSwitch intra-node bandwidth: 400 GB/s (H800) and 900 GB/s (H200)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RoCEv2 RDMA inter-node connectivity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training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17136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MiMo-VL-7B-RL and Qwen2.5-VL-32B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GRPO for all experiments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response length = 1024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sharding budget p_max = 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0144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baselines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93024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Geo3K (image-text), NExTQA (short video), LongVILA-Reason (long video)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Image-heavy = 5:2:1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Video-heavy = 1:2:5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Only-video = LongVILA-Reason only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Baselines: veRL+Bucketing and fixed-degree Ulysses-SP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97280" y="598932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60624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H800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75104" y="598932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5104" y="60624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598932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606247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77256" y="59893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606247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11312" y="59893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60624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17152" y="59893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17152" y="606247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NExTQA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268712" y="598932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68712" y="606247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LongVILA-Reason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end-to-end speedup reported in the paper, by workload mix.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4672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Image-heavy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7.35×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41832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 : NExTQA : LongVILA-Reason = 5 : 2 :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43984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Video-heavy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35424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5.35×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81144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 : NExTQA : LongVILA-Reason = 1 : 2 : 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3296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Only-video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74736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8.47×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0456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LongVILA-Reason only; longest and most heterogeneous sequences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" y="4892040"/>
            <a:ext cx="5321808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038344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7552" y="5330952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delivers the largest gains exactly where multimodal skew is the strongest: larger models, longer videos, and more heterogeneous batches.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48920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50383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note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5330952"/>
            <a:ext cx="4754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Speedups are computed against veRL Bucketing when it is feasible; otherwise the paper compares against fixed-degree Ulysses-SP because Bucketing OOMs.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Fixed-Degree Ulysses-SP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sharding outperforms fixed SP because it avoids over-sharding short sequences.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pic>
        <p:nvPicPr>
          <p:cNvPr id="7" name="Image 0" descr="/Users/wangzerui/Documents/papers_agent/.cache/flexrl_talk_build/assets/comm_overhead_h200_detailed_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4973"/>
            <a:ext cx="10972800" cy="38245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394960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fixed-degree Ulysses-SP vs. FlexUlysses on per-stage time, throughput, and balance ratio.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86384" y="5650992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9264" y="579729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9264" y="608990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fixed SP degrees improve balance, but communication overhead quickly dominates.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407408" y="5650992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579729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90288" y="608990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reaches a balance ratio of 1.0 without paying fixed communication on all sequences.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028432" y="5650992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1312" y="579729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11312" y="608990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comparison, FlexUlysses improves throughput by 1.50× over the veRL baseline.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Ablation: ShadowLoader and FlexUlysses are Complementary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only one bottleneck leaves large performance on the table.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6656" y="13258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721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alone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1764792"/>
            <a:ext cx="3520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84.09× data-loading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4.68× end-to-end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5.35× lower step time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7432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8895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alone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3182112"/>
            <a:ext cx="3520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2.01× rollout throughput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1.28× training throughput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1.17× end-to-end when data loading still dominates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76656" y="4160520"/>
            <a:ext cx="3886200" cy="1353312"/>
          </a:xfrm>
          <a:prstGeom prst="roundRect">
            <a:avLst>
              <a:gd name="adj" fmla="val 540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30682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together = FlexRL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599432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117.42× data-loading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7.67× end-to-end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7.68× reduction in overall step time</a:t>
            </a:r>
            <a:endParaRPr lang="en-US" sz="1450" dirty="0"/>
          </a:p>
        </p:txBody>
      </p:sp>
      <p:pic>
        <p:nvPicPr>
          <p:cNvPr id="16" name="Image 0" descr="/Users/wangzerui/Documents/papers_agent/.cache/flexrl_talk_build/assets/flexrl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0604" y="1371600"/>
            <a:ext cx="6331688" cy="43891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93792" y="574243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stage-wise throughput and step-time breakdown under the ablation study.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paper matters as a systems contribution for multimodal RL.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3716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179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Diagnose the whole pipeline, not just one kernel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18105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shows that VLM RL is bottlenecked by both multimodal data handling and execution imbalance; solving only one of them leaves the other as the dominant straggler.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" y="27432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8895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Co-design data movement and execution planning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31821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and FlexUlysses are coupled by metadata, slice-aware loading, hierarchical placement, and overlapped execution—this is what turns isolated ideas into an end-to-end system.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" y="41148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2611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Real gains on real clusters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45537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7B/32B VLMs and two 128-GPU clusters, FlexRL improves throughput by up to 8.47× and removes the controller-side bottleneck that makes multimodal RL hard to scale in practice.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5650992"/>
            <a:ext cx="5715000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5779008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6108192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makes large-scale VLM RL training practical by balancing both data and compute.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83280" y="6711696"/>
            <a:ext cx="5440680" cy="-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wangzerui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FlexRL: Scaling VLM RL Training via Efficient Load Balancing</dc:title>
  <dc:subject>FlexRL ICLR 2026 paper talk</dc:subject>
  <dc:creator>OpenAI Codex</dc:creator>
  <cp:lastModifiedBy>OpenAI Codex</cp:lastModifiedBy>
  <cp:revision>1</cp:revision>
  <dcterms:created xsi:type="dcterms:W3CDTF">2026-04-07T07:42:32Z</dcterms:created>
  <dcterms:modified xsi:type="dcterms:W3CDTF">2026-04-07T07:42:32Z</dcterms:modified>
</cp:coreProperties>
</file>