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875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FlexRL: Scaling VLM RL Training via Efficient Load Balancing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2026 camera-ready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676656" y="215798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Zerui Wang, Qinghao Hu, Chang Chen, Jiecheng Zhou,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Haojie Duanmu, Xingcheng Zhang, Peng Sun, Dahua Lin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676656" y="26334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Jiao Tong University · Shanghai AI Lab · MIT · USTC · Peking University · CUHK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94944" y="29077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system for VLM RL: ShadowLoader removes multimodal data bottlenecks, and FlexUlysses balances heterogeneous compute and memory across GPUs.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31136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4114800"/>
            <a:ext cx="1609344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418795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128-GPU clusters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41080" y="1078992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5672" y="1207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3252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78240" y="213969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with veRL bucketing or fixed-degree Ulysses-SP, depending on feasibility.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41080" y="3419856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35478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components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32520" y="38770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78240" y="44805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for data loading; FlexUlysses for execution load balancing.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32520" y="5605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outline: problem → system design → evaluation → takeaways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paper diagnoses, builds, and demonstrates end-to-end.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RL training breaks down for two separate reasons: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data loading is centralized on a single controller, causing CPU I/O stragglers and host-memory pressure.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Batches mix short image-text prompts with long video contexts, creating severe per-GPU compute and memory imbalance.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only one side still leaves the other as the dominant bottleneck.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1416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combines two tightly coupled components: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ShadowLoader: metadata-only scheduling on the controller, with worker-side preprocessing, caching, and asynchronous materialization.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FlexUlysses: adaptive sub-sequence sharding, hierarchical device groups, and deadlock-free overlapped execution.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pieces are co-designed so sharding decisions can inform data loading early.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82712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65592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MiMo-VL-7B-RL and Qwen2.5-VL-32B on two 128-GPU clusters, FlexRL delivers: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 to 8.47× end-to-end throughput improvement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117.42× data-loading throughput improvement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balance ratio driven down to 1.0 in the Ulysses comparison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gains grow as workloads become more multimodal and sequence skew becomes more extreme.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VLM RL Training is Hard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identifies one data bottleneck and one execution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A — Data preparation on the 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Image/video decoding, frame sampling, and preprocessing are CPU- and I/O-heavy.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414016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veRL multimodal baseline, data loading takes 57.1% of the iteration time.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batch size grows, the controller becomes the single straggler and can hit host-memory OOM.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step time spent on data loading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Controller-side CPU memory becomes the bottleneck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B — Cross-GPU execution imbalance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1828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compute grows quadratically with sequence length, while activation memory grows linearly.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254203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length is a poor proxy for visual cost: image counts and video frame counts change both compute and memory.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Length-only bucketing can still leave one DP rank as the straggler—or even OOM on long contexts.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2940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source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modalities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6656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image-text + long video-text in the same RL batch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0684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143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prior work falls short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≠ balancing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parallelism or coarse buckets cannot eliminate stragglers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addresses data loading and execution imbalance together, not in isolation.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decentralizes multimodal preprocessing and keeps only lightweight metadata on the controller.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shards only the sequences that need it, balancing both compute and memory at sub-sequence granularity.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components are co-designed so sharding decisions can guide slice-aware data loading and reduce transfer volume.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98348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5111496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5440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the whole RL loop</a:t>
            </a:r>
            <a:endParaRPr lang="en-US" sz="1400" dirty="0"/>
          </a:p>
        </p:txBody>
      </p:sp>
      <p:pic>
        <p:nvPicPr>
          <p:cNvPr id="14" name="Image 0" descr="/Users/wangzerui/Documents/papers_agent/.cache/flexrl_talk_build/assets/real_overview_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67766"/>
            <a:ext cx="7223760" cy="51820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709160" y="614476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traditional pipeline vs. FlexRL (ShadowLoader + FlexUlysses).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loading that removes the single-controller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1261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Dataloader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keeps FakeTensor metadata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9776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17520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Worker-side decode, frame sampling, and caching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4064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21808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58968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sample ID → physical location mapping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88352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6096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63256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fetch actual visual tensors on demand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675888"/>
            <a:ext cx="5074920" cy="2029968"/>
          </a:xfrm>
          <a:prstGeom prst="roundRect">
            <a:avLst>
              <a:gd name="adj" fmla="val 36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221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4114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FakeTensor placeholders preserve compatibility with the RL pipeline while storing only metadata on the controller.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Prefetching and asynchronous materialization overlap I/O, CPU preprocessing, and network transfer with GPU computation.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FlexUlysses-aware loading fetches only the needed slices (e.g., frame ranges) once sharding is decided.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144768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81928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32520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7112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FlexUlysses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23960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869680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cannot fully solve multimodal skew in either the short- or long-sequence regime.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im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90" y="1143000"/>
            <a:ext cx="10539571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5504688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left shows token-length distributions; middle/right compare bucketing with FlexUlysses on shorter and longer sequences.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5800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memory does not force SP, one long sample can dominate the entire RL step.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15968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98848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longer contexts, fixed buckets may still OOM or leave severe attention imbalance.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946136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9016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9016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Ulysses chunks as scheduling units, and shard sequences only as much as needed.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is only useful if planning and execution remain low-overhead and deadlock-free.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Adaptive sharding degree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sequence i, choose p_i ∈ {1, 2, 4, …, p_max} based on its length and the current batch composition.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sequences stay unsharded or lightly sharded, which preserves compute efficiency and avoids paying communication on every sample.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Hierarchical device groups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groups are nested (for example, on 8 GPUs: [0-7], [0-3]/[4-7], [0,1]/[2,3]/…).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laminar structure makes placement simpler: any two groups are either disjoint or one contains the other, which is the basis for deadlock-free scheduling.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1298448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Highest-Sharding-First + overlap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737360"/>
            <a:ext cx="30175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ranks execute larger collectives before smaller ones, ensuring a consistent order across nested groups.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this schedule, FlexRL packs short sequences into sequence groups and overlaps all2all communication with attention computation to reduce GPU bubbles.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16352" y="5614416"/>
            <a:ext cx="658368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576072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implementation detail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9232" y="60533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tower balancing is handled separately by evenly distributing images and video frames across GPUs.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experiments cover two hardware platforms, two model scales, and three workload mixes.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128-GPU clusters (16 nodes × 8 GPUs)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NVIDIA H800 and NVIDIA H200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NVLink/NVSwitch intra-node bandwidth: 400 GB/s (H800) and 900 GB/s (H200)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RoCEv2 RDMA inter-node connectivity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training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7136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MiMo-VL-7B-RL and Qwen2.5-VL-32B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GRPO for all experiments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response length = 1024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sharding budget p_max = 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baselines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93024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Geo3K (image-text), NExTQA (short video), LongVILA-Reason (long video)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Image-heavy = 5:2:1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Video-heavy = 1:2:5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Only-video = LongVILA-Reason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Baselines: veRL+Bucketing and fixed-degree Ulysses-SP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H800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75104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598932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606247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59893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60624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11312" y="59893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6062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17152" y="59893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60624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NExTQA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268712" y="598932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8712" y="606247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 reported in the paper, by workload mix.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Image-heavy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1832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5 : 2 :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3984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Video-heavy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5424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81144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1 : 2 : 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Only-video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4736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0456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 only; longest and most heterogeneous sequences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" y="4892040"/>
            <a:ext cx="5321808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038344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" y="5330952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delivers the largest gains exactly where multimodal skew is the strongest: larger models, longer videos, and more heterogeneous batches.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8920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0383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note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5330952"/>
            <a:ext cx="4754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Speedups are computed against veRL Bucketing when it is feasible; otherwise the paper compares against fixed-degree Ulysses-SP because Bucketing OOMs.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Fixed-Degree Ulysses-SP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outperforms fixed SP because it avoids over-sharding short sequences.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comm_overhead_h200_detailed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4973"/>
            <a:ext cx="10972800" cy="38245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94960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fixed-degree Ulysses-SP vs. FlexUlysses on per-stage time, throughput, and balance ratio.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6384" y="557784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5724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9264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fixed SP degrees improve balance, but communication overhead quickly dominates.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4407408" y="557784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5724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0288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reaches a balance ratio of 1.0 without paying fixed communication on all sequences.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028432" y="557784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1312" y="5724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11312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comparison, FlexUlysses improves throughput by 1.50× over the veRL baseline.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and FlexUlysses are complementary.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325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721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176479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 data-loading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4.68× end-to-end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 lower step time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743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8895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alone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318211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2.01× rollout throughput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1.28× training throughput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1.17× end-to-end when data loading still dominates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76656" y="4160520"/>
            <a:ext cx="3886200" cy="1353312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3068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together = FlexRL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599432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 data-loading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7.67× end-to-end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7.68× reduction in overall step time</a:t>
            </a:r>
            <a:endParaRPr lang="en-US" sz="1450" dirty="0"/>
          </a:p>
        </p:txBody>
      </p:sp>
      <p:pic>
        <p:nvPicPr>
          <p:cNvPr id="16" name="Image 0" descr="/Users/wangzerui/Documents/papers_agent/.cache/flexrl_talk_build/assets/flexrl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0604" y="1371600"/>
            <a:ext cx="6331688" cy="4389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93792" y="574243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stage-wise throughput and step-time breakdown under the ablation study.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matters as a systems contribution for multimodal RL.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3716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179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Diagnose the whole pipeline, not just one kernel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shows that VLM RL is bottlenecked by both multimodal data handling and execution imbalance; solving only one of them leaves the other as the dominant straggler.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27432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895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Co-design data movement and execution planning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31821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and FlexUlysses are coupled by metadata, slice-aware loading, hierarchical placement, and overlapped execution—this is what turns isolated ideas into an end-to-end system.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41148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611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 gains on real clusters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5537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7B/32B VLMs and two 128-GPU clusters, FlexRL improves throughput by up to 8.47× and removes the controller-side bottleneck that makes multimodal RL hard to scale in practice.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5650992"/>
            <a:ext cx="571500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5779008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610819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makes large-scale VLM RL training practical by balancing both data and compute.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wangzerui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FlexRL: Scaling VLM RL Training via Efficient Load Balancing</dc:title>
  <dc:subject>FlexRL ICLR 2026 paper talk</dc:subject>
  <dc:creator>OpenAI Codex</dc:creator>
  <cp:lastModifiedBy>OpenAI Codex</cp:lastModifiedBy>
  <cp:revision>1</cp:revision>
  <dcterms:created xsi:type="dcterms:W3CDTF">2026-04-07T09:35:09Z</dcterms:created>
  <dcterms:modified xsi:type="dcterms:W3CDTF">2026-04-07T09:35:09Z</dcterms:modified>
</cp:coreProperties>
</file>