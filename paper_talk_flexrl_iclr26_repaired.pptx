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51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987552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FlexRL: Scaling VLM RL Training via Efficient Load Balancing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76656" y="1993392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2026 camera-ready · Zerui Wang, Qinghao Hu, Chang Chen, Jiecheng Zhou, Haojie Duanmu, Xingcheng Zhang, Peng Sun, Dahua Lin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76656" y="2331720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Jiao Tong University · Shanghai AI Lab · MIT · USTC · Peking University · CUHK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4944" y="283464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system for VLM RL: ShadowLoader removes multimodal data bottlenecks, and FlexUlysses balances heterogeneous compute and memory across GPUs.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31136" y="4114800"/>
            <a:ext cx="1389888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31136" y="4187952"/>
            <a:ext cx="1389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4114800"/>
            <a:ext cx="1609344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187952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128-GPU clusters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41080" y="1078992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5672" y="1207008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325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778240" y="213969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veRL bucketing or fixed-degree Ulysses-SP, depending on feasibility.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3419856"/>
            <a:ext cx="2743200" cy="1664208"/>
          </a:xfrm>
          <a:prstGeom prst="roundRect">
            <a:avLst>
              <a:gd name="adj" fmla="val 439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05672" y="3547872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32520" y="38770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78240" y="4480560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for data loading; FlexUlysses for execution load balancing.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32520" y="5605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outline: problem → system design → evaluation → takeaways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paper diagnoses, builds, and demonstrates end-to-end.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RL training breaks down for two separate reasons: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Multimodal data loading is centralized on a single controller, causing CPU I/O stragglers and host-memory pressure.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Batches mix short image-text prompts with long video contexts, creating severe per-GPU compute and memory imbalance.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only one side still leaves the other as the dominant bottleneck.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6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71416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combines two tightly coupled components: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ShadowLoader: metadata-only scheduling on the controller, with worker-side preprocessing, caching, and asynchronous materialization.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FlexUlysses: adaptive sub-sequence sharding, hierarchical device groups, and deadlock-free overlapped execution.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pieces are co-designed so sharding decisions can inform data loading early.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82712" y="12344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138074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65592" y="1673352"/>
            <a:ext cx="324612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MiMo-VL-7B-RL and Qwen2.5-VL-32B on two 128-GPU clusters, FlexRL delivers: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 to 8.47× end-to-end throughput improvement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117.42× data-loading throughput improvement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balance ratio driven down to 1.0 in the Ulysses comparison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gains grow as workloads become more multimodal and sequence skew becomes more extreme.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VLM RL Training is Hard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identifies one data bottleneck and one execution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A — Data preparation on the controller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Image/video decoding, frame sampling, and preprocessing are CPU- and I/O-heavy.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414016"/>
            <a:ext cx="4663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veRL multimodal baseline, data loading takes 57.1% of the iteration time.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99923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batch size grows, the controller becomes the single straggler and can hit host-memory OOM.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6012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471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in baseline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5221224"/>
            <a:ext cx="1874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step time spent on data loading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221224"/>
            <a:ext cx="1874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Controller-side CPU memory becomes the bottleneck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1225296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B — Cross-GPU execution imbalance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1664208"/>
            <a:ext cx="493776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10528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compute grows quadratically with sequence length, while activation memory grows linearly.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54203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length is a poor proxy for visual cost: image counts and video frame counts change both compute and memory.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Length-only bucketing can still leave one DP rank as the straggler—or even OOM on long contexts.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2940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9399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 source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modalities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0" y="5221224"/>
            <a:ext cx="1874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image-text + long video-text in the same RL batch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06840" y="416052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71432" y="42885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prior work falls short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6177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≠ balancing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144000" y="5221224"/>
            <a:ext cx="1874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parallelism or coarse buckets cannot eliminate stragglers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addresses data loading and execution imbalance together, not in isolation.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decentralizes multimodal preprocessing and keeps only lightweight metadata on the controller.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shards only the sequences that need it, balancing both compute and memory at sub-sequence granularity.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3337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components are co-designed so sharding decisions can guide slice-aware data loading and reduce transfer volume.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" y="498348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511149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5440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the whole RL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6044184"/>
            <a:ext cx="26974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CPU bubbles and GPU stragglers at the same time.</a:t>
            </a:r>
            <a:endParaRPr lang="en-US" sz="1050" dirty="0"/>
          </a:p>
        </p:txBody>
      </p:sp>
      <p:pic>
        <p:nvPicPr>
          <p:cNvPr id="15" name="Image 0" descr="/Users/wangzerui/Documents/papers_agent/.cache/flexrl_talk_build/assets/real_overview_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67766"/>
            <a:ext cx="7223760" cy="518200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09160" y="6144768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traditional pipeline vs. FlexRL (ShadowLoader + FlexUlysses).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Metadata-driven loading that removes the single-controller bottleneck.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2618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Dataloader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keeps FakeTensor metadata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79776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17520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54680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Worker-side decode, frame sampling, and caching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21808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58968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sample ID → physical location 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88352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6096" y="17830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63256" y="19476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63256" y="23500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fetch actual visual tensors on demand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03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496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42232"/>
            <a:ext cx="4709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FakeTensor placeholders preserve compatibility with the RL pipeline while storing only metadata on the controller.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Prefetching and asynchronous materialization overlap I/O, CPU preprocessing, and network transfer with GPU computation.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FlexUlysses-aware loading fetches only the needed slices (e.g., frame ranges) once sharding is decided.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44768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81928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3822192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3950208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FlexUlysses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23960" y="427939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869680" y="488289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data-loading throughput improvement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Motivation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Bucketing cannot fully solve multimodal skew in either the short- or long-sequence regime.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im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90" y="1143000"/>
            <a:ext cx="10539571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5504688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left shows token-length distributions; middle/right compare bucketing with FlexUlysses on shorter and longer sequences.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85800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memory does not force SP, one long sample can dominate the entire RL step.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15968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98848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498848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longer contexts, fixed buckets may still OOM or leave severe attention imbalance.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946136" y="5742432"/>
            <a:ext cx="356616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29016" y="5888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29016" y="6181344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Ulysses chunks as scheduling units, and shard sequences only as much as needed.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is only useful if planning and execution remain low-overhead and deadlock-free.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Adaptive sharding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sequence i, choose p_i ∈ {1, 2, 4, …, p_max} based on its length and the current batch composition.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sequences stay unsharded or lightly sharded, which preserves compute efficiency and avoids paying communication on every sample.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298448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44475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Hierarchical device groups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1737360"/>
            <a:ext cx="32461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groups are nested (for example, on 8 GPUs: [0-7], [0-3]/[4-7], [0,1]/[2,3]/…).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laminar structure makes placement simpler: any two groups are either disjoint or one contains the other, which is the basis for deadlock-free scheduling.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6448" y="1298448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4447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Highest-Sharding-First + overlap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737360"/>
            <a:ext cx="3017520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ranks execute larger collectives before smaller ones, ensuring a consistent order across nested groups.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this schedule, FlexRL packs short sequences into sequence groups and overlaps all2all communication with attention computation to reduce GPU bubbles.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880360" y="5897880"/>
            <a:ext cx="64465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44952" y="6025896"/>
            <a:ext cx="6117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implementation detail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71800" y="635508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tower balancing is handled separately by evenly distributing images and video frames across GPUs.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6958584"/>
            <a:ext cx="6172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experiments cover two hardware platforms, two model scales, and three workload mixes.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128-GPU clusters (16 nodes × 8 GPUs)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NVIDIA H800 and NVIDIA H200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NVLink/NVSwitch intra-node bandwidth: 400 GB/s (H800) and 900 GB/s (H200)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RoCEv2 RDMA inter-node connectivity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&amp; 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17136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MiMo-VL-7B-RL and Qwen2.5-VL-32B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GRPO for all experiments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response length = 1024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 sharding budget p_max = 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10144" y="1298448"/>
            <a:ext cx="3566160" cy="4526280"/>
          </a:xfrm>
          <a:prstGeom prst="roundRect">
            <a:avLst>
              <a:gd name="adj" fmla="val 205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baselines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93024" y="1737360"/>
            <a:ext cx="320040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Geo3K (image-text), NExTQA (short video), LongVILA-Reason (long video)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Image-heavy = 5:2:1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Video-heavy = 1:2:5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Only-video = LongVILA-Reason only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Baselines: veRL+Bucketing and fixed-degree Ulysses-SP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H800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75104" y="5989320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5104" y="6062472"/>
            <a:ext cx="7863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5989320"/>
            <a:ext cx="658368" cy="310896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606247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598932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6062472"/>
            <a:ext cx="7498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1312" y="598932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6062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17152" y="598932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17152" y="6062472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NExTQA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268712" y="5989320"/>
            <a:ext cx="1261872" cy="310896"/>
          </a:xfrm>
          <a:prstGeom prst="roundRect">
            <a:avLst>
              <a:gd name="adj" fmla="val 23529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68712" y="606247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end-to-end speedup reported in the paper, by workload mix.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Image-heavy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7.35×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41832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5 : 2 :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43984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Video-heavy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5424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81144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Geo3K : NExTQA : LongVILA-Reason = 1 : 2 :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508760"/>
            <a:ext cx="3337560" cy="3063240"/>
          </a:xfrm>
          <a:prstGeom prst="roundRect">
            <a:avLst>
              <a:gd name="adj" fmla="val 2388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636776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Only-video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4736" y="1965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8.47×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0456" y="2569464"/>
            <a:ext cx="306324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LongVILA-Reason only; longest and most heterogeneous sequences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" y="4892040"/>
            <a:ext cx="5321808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038344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7552" y="533095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delivers the largest gains exactly where multimodal skew is the strongest: larger models, longer videos, and more heterogeneous batches.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8920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0383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note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5330952"/>
            <a:ext cx="4754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Speedups are computed against veRL Bucketing when it is feasible; otherwise the paper compares against fixed-degree Ulysses-SP because Bucketing OOMs.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Fixed-Degree Ulysses-SP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sharding outperforms fixed SP because it avoids over-sharding short sequences.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pic>
        <p:nvPicPr>
          <p:cNvPr id="7" name="Image 0" descr="/Users/wangzerui/Documents/papers_agent/.cache/flexrl_talk_build/assets/comm_overhead_h200_detailed_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74973"/>
            <a:ext cx="10972800" cy="38245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394960"/>
            <a:ext cx="10424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fixed-degree Ulysses-SP vs. FlexUlysses on per-stage time, throughput, and balance ratio.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86384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9264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fixed SP degrees improve balance, but communication overhead quickly dominates.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407408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90288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0288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reaches a balance ratio of 1.0 without paying fixed communication on all sequences.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028432" y="5650992"/>
            <a:ext cx="3520440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1312" y="579729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11312" y="608990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comparison, FlexUlysses improves throughput by 1.50× over the veRL baseline.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Ablation: ShadowLoader and FlexUlysses are Complementary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only one bottleneck leaves large performance on the table.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721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alone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176479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84.09× data-loading throughput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4.68× end-to-end throughput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5.35× lower step time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74320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8895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FlexUlysses alone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536" y="3182112"/>
            <a:ext cx="3520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2.01× rollout throughput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1.28× training throughput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1.17× end-to-end when data loading still dominates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76656" y="4160520"/>
            <a:ext cx="3886200" cy="1353312"/>
          </a:xfrm>
          <a:prstGeom prst="roundRect">
            <a:avLst>
              <a:gd name="adj" fmla="val 540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30682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together = FlexRL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599432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117.42× data-loading throughput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7.67× end-to-end throughput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7.68× reduction in overall step time</a:t>
            </a:r>
            <a:endParaRPr lang="en-US" sz="1450" dirty="0"/>
          </a:p>
        </p:txBody>
      </p:sp>
      <p:pic>
        <p:nvPicPr>
          <p:cNvPr id="16" name="Image 0" descr="/Users/wangzerui/Documents/papers_agent/.cache/flexrl_talk_build/assets/flexrl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04" y="1371600"/>
            <a:ext cx="6331688" cy="4389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93792" y="5742432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figure: stage-wise throughput and step-time breakdown under the ablation study.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25603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75488" y="630936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matters as a systems contribution for multimodal RL.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11240719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46920" y="29260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· ICLR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3716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179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Diagnose the whole pipeline, not just one kernel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18105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shows that VLM RL is bottlenecked by both multimodal data handling and execution imbalance; solving only one of them leaves the other as the dominant straggler.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" y="27432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895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Co-design data movement and execution planning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1821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ShadowLoader and FlexUlysses are coupled by metadata, slice-aware loading, hierarchical placement, and overlapped execution—this is what turns isolated ideas into an end-to-end system.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4114800"/>
            <a:ext cx="10972800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26110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Real gains on real clusters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4553712"/>
            <a:ext cx="10607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7B/32B VLMs and two 128-GPU clusters, FlexRL improves throughput by up to 8.47× and removes the controller-side bottleneck that makes multimodal RL hard to scale in practice.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46120" y="5650992"/>
            <a:ext cx="571500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5779008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6108192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FlexRL makes large-scale VLM RL training practical by balancing both data and compute.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83280" y="6711696"/>
            <a:ext cx="5440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75720" y="6519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1631</Words>
  <Application>Microsoft Macintosh PowerPoint</Application>
  <PresentationFormat>宽屏</PresentationFormat>
  <Paragraphs>234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wangzerui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FlexRL: Scaling VLM RL Training via Efficient Load Balancing</dc:title>
  <dc:subject>FlexRL ICLR 2026 paper talk</dc:subject>
  <dc:creator>OpenAI Codex</dc:creator>
  <cp:lastModifiedBy>王泽睿（实习）</cp:lastModifiedBy>
  <cp:revision>2</cp:revision>
  <dcterms:created xsi:type="dcterms:W3CDTF">2026-04-07T07:42:32Z</dcterms:created>
  <dcterms:modified xsi:type="dcterms:W3CDTF">2026-04-07T08:00:26Z</dcterms:modified>
</cp:coreProperties>
</file>